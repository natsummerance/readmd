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ReadMD v2.3.9 核心能力发布会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t>纯本地离线优先 · 万物转换 · 知识图谱 · 伴读桌宠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系统三大核心突破</a:t>
            </a:r>
          </a:p>
        </p:txBody>
      </p:sp>
      <p:sp>
        <p:nvSpPr>
          <p:cNvPr id="5" name="Content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• 8MB / 16.5 万行超大文档 O(N) 秒开渲染</a:t>
            </a:r>
          </a:p>
          <a:p>
            <a:r>
              <a:t>• SQLite WAL 双向双链反向链接与动力学知识图谱</a:t>
            </a:r>
          </a:p>
          <a:p>
            <a:r>
              <a:t>• 原生轻量伴读挂件与文件直接拖拽转换</a:t>
            </a:r>
          </a:p>
        </p:txBody>
      </p:sp>
    </p:spTree>
  </p:cSld>
</p:sld>
</file>